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1165" cy="514190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1165" cy="51419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5" y="3884995"/>
            <a:ext cx="1572209" cy="34279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95" y="2765202"/>
            <a:ext cx="7040124" cy="9826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31295" y="2262438"/>
            <a:ext cx="7678578" cy="36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200" b="0" spc="-65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通过ChatGPT提升前端开发的效率与质量 </a:t>
            </a:r>
            <a:endParaRPr lang="en-US" sz="2175" dirty="0"/>
          </a:p>
        </p:txBody>
      </p:sp>
      <p:sp>
        <p:nvSpPr>
          <p:cNvPr id="7" name="Text 1"/>
          <p:cNvSpPr/>
          <p:nvPr/>
        </p:nvSpPr>
        <p:spPr>
          <a:xfrm>
            <a:off x="731295" y="2925173"/>
            <a:ext cx="7040124" cy="45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625"/>
              </a:lnSpc>
            </a:pPr>
            <a:r>
              <a:rPr lang="en-US" sz="2900" b="1" spc="-87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AI赋能前端：ChatGPT在开发中的高效实践 </a:t>
            </a:r>
            <a:endParaRPr lang="en-US" sz="2900" dirty="0"/>
          </a:p>
        </p:txBody>
      </p:sp>
      <p:sp>
        <p:nvSpPr>
          <p:cNvPr id="8" name="Text 2"/>
          <p:cNvSpPr/>
          <p:nvPr/>
        </p:nvSpPr>
        <p:spPr>
          <a:xfrm>
            <a:off x="868410" y="3919274"/>
            <a:ext cx="1435093" cy="27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75"/>
              </a:lnSpc>
            </a:pPr>
            <a:r>
              <a:rPr lang="en-US" sz="1500" b="0" spc="-43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分享人：陈正端 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41905" cy="514190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475" y="0"/>
            <a:ext cx="2694216" cy="4570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61846" y="1211204"/>
            <a:ext cx="3313672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AI在前端开发中的价值与挑战 </a:t>
            </a:r>
            <a:endParaRPr lang="en-US" sz="1631" dirty="0"/>
          </a:p>
        </p:txBody>
      </p:sp>
      <p:sp>
        <p:nvSpPr>
          <p:cNvPr id="5" name="Text 1"/>
          <p:cNvSpPr/>
          <p:nvPr/>
        </p:nvSpPr>
        <p:spPr>
          <a:xfrm>
            <a:off x="5461846" y="1805380"/>
            <a:ext cx="3313672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ChatGPT的核心应用场景解析 </a:t>
            </a:r>
            <a:endParaRPr lang="en-US" sz="1631" dirty="0"/>
          </a:p>
        </p:txBody>
      </p:sp>
      <p:sp>
        <p:nvSpPr>
          <p:cNvPr id="6" name="Text 2"/>
          <p:cNvSpPr/>
          <p:nvPr/>
        </p:nvSpPr>
        <p:spPr>
          <a:xfrm>
            <a:off x="5461846" y="2388130"/>
            <a:ext cx="3313672" cy="59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实际开发实践案例分享（含使用过程截图） </a:t>
            </a:r>
            <a:endParaRPr lang="en-US" sz="1631" dirty="0"/>
          </a:p>
        </p:txBody>
      </p:sp>
      <p:sp>
        <p:nvSpPr>
          <p:cNvPr id="7" name="Text 3"/>
          <p:cNvSpPr/>
          <p:nvPr/>
        </p:nvSpPr>
        <p:spPr>
          <a:xfrm>
            <a:off x="5461846" y="3267966"/>
            <a:ext cx="3313672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使用AI工具的关键思路与总结 </a:t>
            </a:r>
            <a:endParaRPr lang="en-US" sz="1631" dirty="0"/>
          </a:p>
        </p:txBody>
      </p:sp>
      <p:sp>
        <p:nvSpPr>
          <p:cNvPr id="8" name="Text 4"/>
          <p:cNvSpPr/>
          <p:nvPr/>
        </p:nvSpPr>
        <p:spPr>
          <a:xfrm>
            <a:off x="5461846" y="3862142"/>
            <a:ext cx="3313672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互动与展望 </a:t>
            </a:r>
            <a:endParaRPr lang="en-US" sz="1631" dirty="0"/>
          </a:p>
        </p:txBody>
      </p:sp>
      <p:sp>
        <p:nvSpPr>
          <p:cNvPr id="9" name="Text 5"/>
          <p:cNvSpPr/>
          <p:nvPr/>
        </p:nvSpPr>
        <p:spPr>
          <a:xfrm>
            <a:off x="5004789" y="1199778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1</a:t>
            </a:r>
            <a:endParaRPr lang="en-US" sz="1813" dirty="0"/>
          </a:p>
        </p:txBody>
      </p:sp>
      <p:sp>
        <p:nvSpPr>
          <p:cNvPr id="10" name="Text 6"/>
          <p:cNvSpPr/>
          <p:nvPr/>
        </p:nvSpPr>
        <p:spPr>
          <a:xfrm>
            <a:off x="5004789" y="1793954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2</a:t>
            </a:r>
            <a:endParaRPr lang="en-US" sz="1813" dirty="0"/>
          </a:p>
        </p:txBody>
      </p:sp>
      <p:sp>
        <p:nvSpPr>
          <p:cNvPr id="11" name="Text 7"/>
          <p:cNvSpPr/>
          <p:nvPr/>
        </p:nvSpPr>
        <p:spPr>
          <a:xfrm>
            <a:off x="5004789" y="2525246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3</a:t>
            </a:r>
            <a:endParaRPr lang="en-US" sz="1813" dirty="0"/>
          </a:p>
        </p:txBody>
      </p:sp>
      <p:sp>
        <p:nvSpPr>
          <p:cNvPr id="12" name="Text 8"/>
          <p:cNvSpPr/>
          <p:nvPr/>
        </p:nvSpPr>
        <p:spPr>
          <a:xfrm>
            <a:off x="5004789" y="3256540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4</a:t>
            </a:r>
            <a:endParaRPr lang="en-US" sz="1813" dirty="0"/>
          </a:p>
        </p:txBody>
      </p:sp>
      <p:sp>
        <p:nvSpPr>
          <p:cNvPr id="13" name="Text 9"/>
          <p:cNvSpPr/>
          <p:nvPr/>
        </p:nvSpPr>
        <p:spPr>
          <a:xfrm>
            <a:off x="5004789" y="3850715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5</a:t>
            </a:r>
            <a:endParaRPr lang="en-US" sz="18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969" y="2936598"/>
            <a:ext cx="5713228" cy="13711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586" y="3267967"/>
            <a:ext cx="34278" cy="45705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669" y="1485440"/>
            <a:ext cx="914116" cy="91411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677" y="2593805"/>
            <a:ext cx="34278" cy="45705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758" y="1016955"/>
            <a:ext cx="914116" cy="91411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209" y="2696644"/>
            <a:ext cx="34278" cy="45705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2292" y="914117"/>
            <a:ext cx="914116" cy="91411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8300" y="3267967"/>
            <a:ext cx="34280" cy="45705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381" y="1485440"/>
            <a:ext cx="914116" cy="914116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65646" y="228530"/>
            <a:ext cx="8409873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AI在前端开发中的价值 </a:t>
            </a:r>
            <a:endParaRPr lang="en-US" sz="1631" dirty="0"/>
          </a:p>
        </p:txBody>
      </p:sp>
      <p:sp>
        <p:nvSpPr>
          <p:cNvPr id="12" name="Text 1"/>
          <p:cNvSpPr/>
          <p:nvPr/>
        </p:nvSpPr>
        <p:spPr>
          <a:xfrm>
            <a:off x="365646" y="571323"/>
            <a:ext cx="8409873" cy="25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13" name="Text 2"/>
          <p:cNvSpPr/>
          <p:nvPr/>
        </p:nvSpPr>
        <p:spPr>
          <a:xfrm>
            <a:off x="1713969" y="3073718"/>
            <a:ext cx="5713228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提升开发效率 </a:t>
            </a:r>
            <a:endParaRPr lang="en-US" sz="1631" dirty="0"/>
          </a:p>
        </p:txBody>
      </p:sp>
      <p:sp>
        <p:nvSpPr>
          <p:cNvPr id="14" name="Text 3"/>
          <p:cNvSpPr/>
          <p:nvPr/>
        </p:nvSpPr>
        <p:spPr>
          <a:xfrm>
            <a:off x="1713969" y="3370805"/>
            <a:ext cx="571322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通过简单描述需求，AI能够快速生成基础代码，减少重复工作。 </a:t>
            </a:r>
            <a:endParaRPr lang="en-US" sz="1178" dirty="0"/>
          </a:p>
        </p:txBody>
      </p:sp>
      <p:sp>
        <p:nvSpPr>
          <p:cNvPr id="15" name="Text 4"/>
          <p:cNvSpPr/>
          <p:nvPr/>
        </p:nvSpPr>
        <p:spPr>
          <a:xfrm>
            <a:off x="571323" y="2308144"/>
            <a:ext cx="1828233" cy="2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加速调试与排错 </a:t>
            </a:r>
            <a:endParaRPr lang="en-US" sz="1178" dirty="0"/>
          </a:p>
        </p:txBody>
      </p:sp>
      <p:sp>
        <p:nvSpPr>
          <p:cNvPr id="16" name="Text 5"/>
          <p:cNvSpPr/>
          <p:nvPr/>
        </p:nvSpPr>
        <p:spPr>
          <a:xfrm>
            <a:off x="571323" y="2559527"/>
            <a:ext cx="1828233" cy="61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输入错误提示和上下文，AI快速提供定位问题和修复方案的建议。 </a:t>
            </a:r>
            <a:endParaRPr lang="en-US" sz="997" dirty="0"/>
          </a:p>
        </p:txBody>
      </p:sp>
      <p:sp>
        <p:nvSpPr>
          <p:cNvPr id="17" name="Text 6"/>
          <p:cNvSpPr/>
          <p:nvPr/>
        </p:nvSpPr>
        <p:spPr>
          <a:xfrm>
            <a:off x="2605232" y="1736822"/>
            <a:ext cx="1828233" cy="25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优化性能与结构 </a:t>
            </a:r>
            <a:endParaRPr lang="en-US" sz="1178" dirty="0"/>
          </a:p>
        </p:txBody>
      </p:sp>
      <p:sp>
        <p:nvSpPr>
          <p:cNvPr id="18" name="Text 7"/>
          <p:cNvSpPr/>
          <p:nvPr/>
        </p:nvSpPr>
        <p:spPr>
          <a:xfrm>
            <a:off x="2605232" y="1988204"/>
            <a:ext cx="1828233" cy="61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AI可帮助优化DOM操作、减少重绘重排，以及提升代码组织的可维护性。 </a:t>
            </a:r>
            <a:endParaRPr lang="en-US" sz="997" dirty="0"/>
          </a:p>
        </p:txBody>
      </p:sp>
      <p:sp>
        <p:nvSpPr>
          <p:cNvPr id="19" name="Text 8"/>
          <p:cNvSpPr/>
          <p:nvPr/>
        </p:nvSpPr>
        <p:spPr>
          <a:xfrm>
            <a:off x="4707701" y="1839660"/>
            <a:ext cx="1828233" cy="2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增强用户体验设计 </a:t>
            </a:r>
            <a:endParaRPr lang="en-US" sz="1178" dirty="0"/>
          </a:p>
        </p:txBody>
      </p:sp>
      <p:sp>
        <p:nvSpPr>
          <p:cNvPr id="20" name="Text 9"/>
          <p:cNvSpPr/>
          <p:nvPr/>
        </p:nvSpPr>
        <p:spPr>
          <a:xfrm>
            <a:off x="4707701" y="2091042"/>
            <a:ext cx="1828233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结合AI建议，改进交互逻辑和界面细节，提升整体产品体验。 </a:t>
            </a:r>
            <a:endParaRPr lang="en-US" sz="997" dirty="0"/>
          </a:p>
        </p:txBody>
      </p:sp>
      <p:sp>
        <p:nvSpPr>
          <p:cNvPr id="21" name="Text 10"/>
          <p:cNvSpPr/>
          <p:nvPr/>
        </p:nvSpPr>
        <p:spPr>
          <a:xfrm>
            <a:off x="6741609" y="2308144"/>
            <a:ext cx="1828233" cy="2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自我提升与知识扩展 </a:t>
            </a:r>
            <a:endParaRPr lang="en-US" sz="1178" dirty="0"/>
          </a:p>
        </p:txBody>
      </p:sp>
      <p:sp>
        <p:nvSpPr>
          <p:cNvPr id="22" name="Text 11"/>
          <p:cNvSpPr/>
          <p:nvPr/>
        </p:nvSpPr>
        <p:spPr>
          <a:xfrm>
            <a:off x="6741609" y="2559527"/>
            <a:ext cx="1828233" cy="61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通过与AI互动，掌握前沿技术和优化方法，不断迭代自己的开发能力。 </a:t>
            </a:r>
            <a:endParaRPr lang="en-US" sz="9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662" y="3290819"/>
            <a:ext cx="639881" cy="63988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622" y="1188351"/>
            <a:ext cx="639881" cy="63988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302" y="1188351"/>
            <a:ext cx="639881" cy="63988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982" y="1188351"/>
            <a:ext cx="639881" cy="63988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662" y="1188351"/>
            <a:ext cx="639881" cy="63988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65646" y="228529"/>
            <a:ext cx="8409873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AI在前端开发中的挑战 </a:t>
            </a:r>
            <a:endParaRPr lang="en-US" sz="1631" dirty="0"/>
          </a:p>
        </p:txBody>
      </p:sp>
      <p:sp>
        <p:nvSpPr>
          <p:cNvPr id="8" name="Text 1"/>
          <p:cNvSpPr/>
          <p:nvPr/>
        </p:nvSpPr>
        <p:spPr>
          <a:xfrm>
            <a:off x="365646" y="571323"/>
            <a:ext cx="840987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9" name="Text 2"/>
          <p:cNvSpPr/>
          <p:nvPr/>
        </p:nvSpPr>
        <p:spPr>
          <a:xfrm>
            <a:off x="502765" y="1919645"/>
            <a:ext cx="1759674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生成结果的准确性与局限性 </a:t>
            </a:r>
            <a:endParaRPr lang="en-US" sz="1178" dirty="0"/>
          </a:p>
        </p:txBody>
      </p:sp>
      <p:sp>
        <p:nvSpPr>
          <p:cNvPr id="10" name="Text 3"/>
          <p:cNvSpPr/>
          <p:nvPr/>
        </p:nvSpPr>
        <p:spPr>
          <a:xfrm>
            <a:off x="502765" y="2513820"/>
            <a:ext cx="1759674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复杂业务场景可能超出AI理解范围，需要开发者校准结果。 </a:t>
            </a:r>
            <a:endParaRPr lang="en-US" sz="997" dirty="0"/>
          </a:p>
        </p:txBody>
      </p:sp>
      <p:sp>
        <p:nvSpPr>
          <p:cNvPr id="11" name="Text 4"/>
          <p:cNvSpPr/>
          <p:nvPr/>
        </p:nvSpPr>
        <p:spPr>
          <a:xfrm>
            <a:off x="2628086" y="1919645"/>
            <a:ext cx="175967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对开发者判断力的依赖 </a:t>
            </a:r>
            <a:endParaRPr lang="en-US" sz="1178" dirty="0"/>
          </a:p>
        </p:txBody>
      </p:sp>
      <p:sp>
        <p:nvSpPr>
          <p:cNvPr id="12" name="Text 5"/>
          <p:cNvSpPr/>
          <p:nvPr/>
        </p:nvSpPr>
        <p:spPr>
          <a:xfrm>
            <a:off x="2628086" y="2262437"/>
            <a:ext cx="1759674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AI仅是辅助工具，错误使用可能导致效率下降甚至错误扩散。 </a:t>
            </a:r>
            <a:endParaRPr lang="en-US" sz="997" dirty="0"/>
          </a:p>
        </p:txBody>
      </p:sp>
      <p:sp>
        <p:nvSpPr>
          <p:cNvPr id="13" name="Text 6"/>
          <p:cNvSpPr/>
          <p:nvPr/>
        </p:nvSpPr>
        <p:spPr>
          <a:xfrm>
            <a:off x="4753406" y="1919645"/>
            <a:ext cx="175967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个性化需求的局限性 </a:t>
            </a:r>
            <a:endParaRPr lang="en-US" sz="1178" dirty="0"/>
          </a:p>
        </p:txBody>
      </p:sp>
      <p:sp>
        <p:nvSpPr>
          <p:cNvPr id="14" name="Text 7"/>
          <p:cNvSpPr/>
          <p:nvPr/>
        </p:nvSpPr>
        <p:spPr>
          <a:xfrm>
            <a:off x="4753406" y="2262437"/>
            <a:ext cx="1759674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AI难以满足高度定制化和特定业务逻辑需求，需人工干预完善。 </a:t>
            </a:r>
            <a:endParaRPr lang="en-US" sz="997" dirty="0"/>
          </a:p>
        </p:txBody>
      </p:sp>
      <p:sp>
        <p:nvSpPr>
          <p:cNvPr id="15" name="Text 8"/>
          <p:cNvSpPr/>
          <p:nvPr/>
        </p:nvSpPr>
        <p:spPr>
          <a:xfrm>
            <a:off x="6878726" y="1919645"/>
            <a:ext cx="175967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对问题描述依赖较强 </a:t>
            </a:r>
            <a:endParaRPr lang="en-US" sz="1178" dirty="0"/>
          </a:p>
        </p:txBody>
      </p:sp>
      <p:sp>
        <p:nvSpPr>
          <p:cNvPr id="16" name="Text 9"/>
          <p:cNvSpPr/>
          <p:nvPr/>
        </p:nvSpPr>
        <p:spPr>
          <a:xfrm>
            <a:off x="6878726" y="2262437"/>
            <a:ext cx="1759674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描述不够精确时，AI容易提供无用或偏差较大的结果。 </a:t>
            </a:r>
            <a:endParaRPr lang="en-US" sz="997" dirty="0"/>
          </a:p>
        </p:txBody>
      </p:sp>
      <p:sp>
        <p:nvSpPr>
          <p:cNvPr id="17" name="Text 10"/>
          <p:cNvSpPr/>
          <p:nvPr/>
        </p:nvSpPr>
        <p:spPr>
          <a:xfrm>
            <a:off x="502765" y="4022111"/>
            <a:ext cx="1759674" cy="2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隐私与数据安全顾虑 </a:t>
            </a:r>
            <a:endParaRPr lang="en-US" sz="1178" dirty="0"/>
          </a:p>
        </p:txBody>
      </p:sp>
      <p:sp>
        <p:nvSpPr>
          <p:cNvPr id="18" name="Text 11"/>
          <p:cNvSpPr/>
          <p:nvPr/>
        </p:nvSpPr>
        <p:spPr>
          <a:xfrm>
            <a:off x="502765" y="4364905"/>
            <a:ext cx="1759674" cy="61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涉及敏感业务代码时需谨慎，建议使用本地AI工具或避开核心代码片段。</a:t>
            </a:r>
            <a:endParaRPr lang="en-US" sz="99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3406" y="3674749"/>
            <a:ext cx="3656466" cy="12660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95" y="3674749"/>
            <a:ext cx="3656466" cy="12660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406" y="2385845"/>
            <a:ext cx="3656466" cy="10603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95" y="2385845"/>
            <a:ext cx="3656466" cy="10603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406" y="1096940"/>
            <a:ext cx="3656466" cy="10603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295" y="1096940"/>
            <a:ext cx="3656466" cy="10603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65646" y="228531"/>
            <a:ext cx="8409873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ChatGPT的核心应用场景解析 </a:t>
            </a:r>
            <a:endParaRPr lang="en-US" sz="1631" dirty="0"/>
          </a:p>
        </p:txBody>
      </p:sp>
      <p:sp>
        <p:nvSpPr>
          <p:cNvPr id="9" name="Text 1"/>
          <p:cNvSpPr/>
          <p:nvPr/>
        </p:nvSpPr>
        <p:spPr>
          <a:xfrm>
            <a:off x="365646" y="571323"/>
            <a:ext cx="840987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10" name="Text 2"/>
          <p:cNvSpPr/>
          <p:nvPr/>
        </p:nvSpPr>
        <p:spPr>
          <a:xfrm>
            <a:off x="923258" y="1256911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代码生成与自动化 </a:t>
            </a:r>
            <a:endParaRPr lang="en-US" sz="1178" dirty="0"/>
          </a:p>
        </p:txBody>
      </p:sp>
      <p:sp>
        <p:nvSpPr>
          <p:cNvPr id="11" name="Text 3"/>
          <p:cNvSpPr/>
          <p:nvPr/>
        </p:nvSpPr>
        <p:spPr>
          <a:xfrm>
            <a:off x="923258" y="1553999"/>
            <a:ext cx="3272537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- 快速生成 HTML、CSS、JavaScript 代码；基于用户描述生成组件、页面或功能模块。 </a:t>
            </a:r>
            <a:endParaRPr lang="en-US" sz="997" dirty="0"/>
          </a:p>
        </p:txBody>
      </p:sp>
      <p:sp>
        <p:nvSpPr>
          <p:cNvPr id="12" name="Text 4"/>
          <p:cNvSpPr/>
          <p:nvPr/>
        </p:nvSpPr>
        <p:spPr>
          <a:xfrm>
            <a:off x="4945371" y="1256911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调试与错误排查 </a:t>
            </a:r>
            <a:endParaRPr lang="en-US" sz="1178" dirty="0"/>
          </a:p>
        </p:txBody>
      </p:sp>
      <p:sp>
        <p:nvSpPr>
          <p:cNvPr id="13" name="Text 5"/>
          <p:cNvSpPr/>
          <p:nvPr/>
        </p:nvSpPr>
        <p:spPr>
          <a:xfrm>
            <a:off x="4945371" y="1553999"/>
            <a:ext cx="3272537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根据错误信息提供可能的原因和解决方案；分析复杂的错误日志并给出排查方向。</a:t>
            </a:r>
            <a:endParaRPr lang="en-US" sz="997" dirty="0"/>
          </a:p>
        </p:txBody>
      </p:sp>
      <p:sp>
        <p:nvSpPr>
          <p:cNvPr id="14" name="Text 6"/>
          <p:cNvSpPr/>
          <p:nvPr/>
        </p:nvSpPr>
        <p:spPr>
          <a:xfrm>
            <a:off x="923258" y="2545816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性能优化建议 </a:t>
            </a:r>
            <a:endParaRPr lang="en-US" sz="1178" dirty="0"/>
          </a:p>
        </p:txBody>
      </p:sp>
      <p:sp>
        <p:nvSpPr>
          <p:cNvPr id="15" name="Text 7"/>
          <p:cNvSpPr/>
          <p:nvPr/>
        </p:nvSpPr>
        <p:spPr>
          <a:xfrm>
            <a:off x="923258" y="2842902"/>
            <a:ext cx="3272537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提供性能优化建议，比如优化 API 调用、减少 DOM 操作等； 帮助改善页面渲染性能和用户交互体验。 </a:t>
            </a:r>
            <a:endParaRPr lang="en-US" sz="997" dirty="0"/>
          </a:p>
        </p:txBody>
      </p:sp>
      <p:sp>
        <p:nvSpPr>
          <p:cNvPr id="16" name="Text 8"/>
          <p:cNvSpPr/>
          <p:nvPr/>
        </p:nvSpPr>
        <p:spPr>
          <a:xfrm>
            <a:off x="4945371" y="2545816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代码重构与最佳实践 </a:t>
            </a:r>
            <a:endParaRPr lang="en-US" sz="1178" dirty="0"/>
          </a:p>
        </p:txBody>
      </p:sp>
      <p:sp>
        <p:nvSpPr>
          <p:cNvPr id="17" name="Text 9"/>
          <p:cNvSpPr/>
          <p:nvPr/>
        </p:nvSpPr>
        <p:spPr>
          <a:xfrm>
            <a:off x="4945371" y="2842902"/>
            <a:ext cx="3272537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提供代码重构建议，帮助提高代码质量； 根据行业最佳实践优化代码结构和流程。 </a:t>
            </a:r>
            <a:endParaRPr lang="en-US" sz="997" dirty="0"/>
          </a:p>
        </p:txBody>
      </p:sp>
      <p:sp>
        <p:nvSpPr>
          <p:cNvPr id="18" name="Text 10"/>
          <p:cNvSpPr/>
          <p:nvPr/>
        </p:nvSpPr>
        <p:spPr>
          <a:xfrm>
            <a:off x="923258" y="3834718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开发中页面功能说明文案优化 </a:t>
            </a:r>
            <a:endParaRPr lang="en-US" sz="1178" dirty="0"/>
          </a:p>
        </p:txBody>
      </p:sp>
      <p:sp>
        <p:nvSpPr>
          <p:cNvPr id="19" name="Text 11"/>
          <p:cNvSpPr/>
          <p:nvPr/>
        </p:nvSpPr>
        <p:spPr>
          <a:xfrm>
            <a:off x="923258" y="4131809"/>
            <a:ext cx="3272537" cy="6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根据功能需求自动优化页面文案，提升可读性和用户体验 ； 自动为代码生成注释，帮助开发者更好地理解代码逻辑与结构。 </a:t>
            </a:r>
            <a:endParaRPr lang="en-US" sz="997" dirty="0"/>
          </a:p>
        </p:txBody>
      </p:sp>
      <p:sp>
        <p:nvSpPr>
          <p:cNvPr id="20" name="Text 12"/>
          <p:cNvSpPr/>
          <p:nvPr/>
        </p:nvSpPr>
        <p:spPr>
          <a:xfrm>
            <a:off x="4945371" y="3834718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静态数据整理 </a:t>
            </a:r>
            <a:endParaRPr lang="en-US" sz="1178" dirty="0"/>
          </a:p>
        </p:txBody>
      </p:sp>
      <p:sp>
        <p:nvSpPr>
          <p:cNvPr id="21" name="Text 13"/>
          <p:cNvSpPr/>
          <p:nvPr/>
        </p:nvSpPr>
        <p:spPr>
          <a:xfrm>
            <a:off x="4945371" y="4131809"/>
            <a:ext cx="3272537" cy="41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根据给定规则，将静态数据整理成结构化数组；根据指定格式，自动将数据转化为数组形式，便于后续使用和处理。 </a:t>
            </a:r>
            <a:endParaRPr lang="en-US" sz="99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9820"/>
            <a:ext cx="9141165" cy="41820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646" y="228529"/>
            <a:ext cx="8409873" cy="297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实际开发实践案例分享（含使用过程截图） </a:t>
            </a:r>
            <a:endParaRPr lang="en-US" sz="1631" dirty="0"/>
          </a:p>
        </p:txBody>
      </p:sp>
      <p:sp>
        <p:nvSpPr>
          <p:cNvPr id="4" name="Text 1"/>
          <p:cNvSpPr/>
          <p:nvPr/>
        </p:nvSpPr>
        <p:spPr>
          <a:xfrm>
            <a:off x="365646" y="571323"/>
            <a:ext cx="840987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5" name="Text 2"/>
          <p:cNvSpPr/>
          <p:nvPr/>
        </p:nvSpPr>
        <p:spPr>
          <a:xfrm>
            <a:off x="3999261" y="2753778"/>
            <a:ext cx="1142646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案例1：代码生成与优化 </a:t>
            </a:r>
            <a:endParaRPr lang="en-US" sz="1178" dirty="0"/>
          </a:p>
        </p:txBody>
      </p:sp>
      <p:sp>
        <p:nvSpPr>
          <p:cNvPr id="6" name="Text 3"/>
          <p:cNvSpPr/>
          <p:nvPr/>
        </p:nvSpPr>
        <p:spPr>
          <a:xfrm>
            <a:off x="4147805" y="1771101"/>
            <a:ext cx="845556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案例2：调试与错误排查 </a:t>
            </a:r>
            <a:endParaRPr lang="en-US" sz="1178" dirty="0"/>
          </a:p>
        </p:txBody>
      </p:sp>
      <p:sp>
        <p:nvSpPr>
          <p:cNvPr id="7" name="Text 4"/>
          <p:cNvSpPr/>
          <p:nvPr/>
        </p:nvSpPr>
        <p:spPr>
          <a:xfrm>
            <a:off x="2985163" y="1211205"/>
            <a:ext cx="3170770" cy="205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示例：分析某一特定错误并让 ChatGPT 提供解决方案。 </a:t>
            </a:r>
            <a:endParaRPr lang="en-US" sz="997" dirty="0"/>
          </a:p>
        </p:txBody>
      </p:sp>
      <p:sp>
        <p:nvSpPr>
          <p:cNvPr id="8" name="Text 5"/>
          <p:cNvSpPr/>
          <p:nvPr/>
        </p:nvSpPr>
        <p:spPr>
          <a:xfrm>
            <a:off x="5061922" y="3370804"/>
            <a:ext cx="845556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案例3：性能优化与重构 </a:t>
            </a:r>
            <a:endParaRPr lang="en-US" sz="1178" dirty="0"/>
          </a:p>
        </p:txBody>
      </p:sp>
      <p:sp>
        <p:nvSpPr>
          <p:cNvPr id="9" name="Text 6"/>
          <p:cNvSpPr/>
          <p:nvPr/>
        </p:nvSpPr>
        <p:spPr>
          <a:xfrm>
            <a:off x="6170286" y="3245112"/>
            <a:ext cx="2056762" cy="4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示例：优化组件的渲染逻辑，提升页面性能。 </a:t>
            </a:r>
            <a:endParaRPr lang="en-US" sz="99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39809"/>
            <a:ext cx="9141165" cy="3884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646" y="228529"/>
            <a:ext cx="8409873" cy="297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使用AI工具的关键思路与总结 </a:t>
            </a:r>
            <a:endParaRPr lang="en-US" sz="1631" dirty="0"/>
          </a:p>
        </p:txBody>
      </p:sp>
      <p:sp>
        <p:nvSpPr>
          <p:cNvPr id="4" name="Text 1"/>
          <p:cNvSpPr/>
          <p:nvPr/>
        </p:nvSpPr>
        <p:spPr>
          <a:xfrm>
            <a:off x="365646" y="571323"/>
            <a:ext cx="840987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5" name="Text 2"/>
          <p:cNvSpPr/>
          <p:nvPr/>
        </p:nvSpPr>
        <p:spPr>
          <a:xfrm>
            <a:off x="4570583" y="1136932"/>
            <a:ext cx="356505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06FC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明确需求与问题 </a:t>
            </a:r>
            <a:endParaRPr lang="en-US" sz="1178" dirty="0"/>
          </a:p>
        </p:txBody>
      </p:sp>
      <p:sp>
        <p:nvSpPr>
          <p:cNvPr id="6" name="Text 3"/>
          <p:cNvSpPr/>
          <p:nvPr/>
        </p:nvSpPr>
        <p:spPr>
          <a:xfrm>
            <a:off x="4570583" y="1388313"/>
            <a:ext cx="3565054" cy="205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确保问题描述清晰，帮助AI生成精准的解决方案。 </a:t>
            </a:r>
            <a:endParaRPr lang="en-US" sz="997" dirty="0"/>
          </a:p>
        </p:txBody>
      </p:sp>
      <p:sp>
        <p:nvSpPr>
          <p:cNvPr id="7" name="Text 4"/>
          <p:cNvSpPr/>
          <p:nvPr/>
        </p:nvSpPr>
        <p:spPr>
          <a:xfrm>
            <a:off x="4570583" y="2108182"/>
            <a:ext cx="356505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06FC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结果验证与优化 </a:t>
            </a:r>
            <a:endParaRPr lang="en-US" sz="1178" dirty="0"/>
          </a:p>
        </p:txBody>
      </p:sp>
      <p:sp>
        <p:nvSpPr>
          <p:cNvPr id="8" name="Text 5"/>
          <p:cNvSpPr/>
          <p:nvPr/>
        </p:nvSpPr>
        <p:spPr>
          <a:xfrm>
            <a:off x="4570583" y="2359562"/>
            <a:ext cx="3565054" cy="205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对AI提供的结果进行人工验证，结合实际情况进行优化。   </a:t>
            </a:r>
            <a:endParaRPr lang="en-US" sz="997" dirty="0"/>
          </a:p>
        </p:txBody>
      </p:sp>
      <p:sp>
        <p:nvSpPr>
          <p:cNvPr id="9" name="Text 6"/>
          <p:cNvSpPr/>
          <p:nvPr/>
        </p:nvSpPr>
        <p:spPr>
          <a:xfrm>
            <a:off x="4570583" y="2976593"/>
            <a:ext cx="356505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06FC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持续优化与学习 </a:t>
            </a:r>
            <a:endParaRPr lang="en-US" sz="1178" dirty="0"/>
          </a:p>
        </p:txBody>
      </p:sp>
      <p:sp>
        <p:nvSpPr>
          <p:cNvPr id="10" name="Text 7"/>
          <p:cNvSpPr/>
          <p:nvPr/>
        </p:nvSpPr>
        <p:spPr>
          <a:xfrm>
            <a:off x="4570583" y="3227973"/>
            <a:ext cx="3565054" cy="4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不断总结使用经验，优化与AI的协作方式，提高工作效率和质量。 </a:t>
            </a:r>
            <a:endParaRPr lang="en-US" sz="997" dirty="0"/>
          </a:p>
        </p:txBody>
      </p:sp>
      <p:sp>
        <p:nvSpPr>
          <p:cNvPr id="11" name="Text 8"/>
          <p:cNvSpPr/>
          <p:nvPr/>
        </p:nvSpPr>
        <p:spPr>
          <a:xfrm>
            <a:off x="4570583" y="3947842"/>
            <a:ext cx="356505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06FC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实践与创意激发 </a:t>
            </a:r>
            <a:endParaRPr lang="en-US" sz="1178" dirty="0"/>
          </a:p>
        </p:txBody>
      </p:sp>
      <p:sp>
        <p:nvSpPr>
          <p:cNvPr id="12" name="Text 9"/>
          <p:cNvSpPr/>
          <p:nvPr/>
        </p:nvSpPr>
        <p:spPr>
          <a:xfrm>
            <a:off x="4570583" y="4199223"/>
            <a:ext cx="3565054" cy="4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当你有想法但不知道怎么实现时，可以向AI寻求帮助；当没有想法时，找AI也可以给你启发和创意，帮助你激发新的思路。</a:t>
            </a:r>
            <a:endParaRPr lang="en-US" sz="997" dirty="0"/>
          </a:p>
        </p:txBody>
      </p:sp>
      <p:sp>
        <p:nvSpPr>
          <p:cNvPr id="13" name="Text 10"/>
          <p:cNvSpPr/>
          <p:nvPr/>
        </p:nvSpPr>
        <p:spPr>
          <a:xfrm>
            <a:off x="3862143" y="1091226"/>
            <a:ext cx="79555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38"/>
              </a:lnSpc>
            </a:pPr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1</a:t>
            </a:r>
            <a:endParaRPr lang="en-US" sz="1813" dirty="0"/>
          </a:p>
        </p:txBody>
      </p:sp>
      <p:sp>
        <p:nvSpPr>
          <p:cNvPr id="14" name="Text 11"/>
          <p:cNvSpPr/>
          <p:nvPr/>
        </p:nvSpPr>
        <p:spPr>
          <a:xfrm>
            <a:off x="3862143" y="2062478"/>
            <a:ext cx="112692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38"/>
              </a:lnSpc>
            </a:pPr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2</a:t>
            </a:r>
            <a:endParaRPr lang="en-US" sz="1813" dirty="0"/>
          </a:p>
        </p:txBody>
      </p:sp>
      <p:sp>
        <p:nvSpPr>
          <p:cNvPr id="15" name="Text 12"/>
          <p:cNvSpPr/>
          <p:nvPr/>
        </p:nvSpPr>
        <p:spPr>
          <a:xfrm>
            <a:off x="3862143" y="3033723"/>
            <a:ext cx="115191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38"/>
              </a:lnSpc>
            </a:pPr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3</a:t>
            </a:r>
            <a:endParaRPr lang="en-US" sz="1813" dirty="0"/>
          </a:p>
        </p:txBody>
      </p:sp>
      <p:sp>
        <p:nvSpPr>
          <p:cNvPr id="16" name="Text 13"/>
          <p:cNvSpPr/>
          <p:nvPr/>
        </p:nvSpPr>
        <p:spPr>
          <a:xfrm>
            <a:off x="3862143" y="4004973"/>
            <a:ext cx="11912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38"/>
              </a:lnSpc>
            </a:pPr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4</a:t>
            </a:r>
            <a:endParaRPr lang="en-US" sz="18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295" y="3679317"/>
            <a:ext cx="457058" cy="45705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95" y="2330995"/>
            <a:ext cx="457058" cy="45705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5" y="1188349"/>
            <a:ext cx="457058" cy="45705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141" y="0"/>
            <a:ext cx="3656464" cy="514190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700" y="0"/>
            <a:ext cx="3656466" cy="51419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65646" y="228531"/>
            <a:ext cx="4502024" cy="297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互动与展望 </a:t>
            </a:r>
            <a:endParaRPr lang="en-US" sz="1631" dirty="0"/>
          </a:p>
        </p:txBody>
      </p:sp>
      <p:sp>
        <p:nvSpPr>
          <p:cNvPr id="8" name="Text 1"/>
          <p:cNvSpPr/>
          <p:nvPr/>
        </p:nvSpPr>
        <p:spPr>
          <a:xfrm>
            <a:off x="365646" y="571323"/>
            <a:ext cx="450202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9" name="Text 2"/>
          <p:cNvSpPr/>
          <p:nvPr/>
        </p:nvSpPr>
        <p:spPr>
          <a:xfrm>
            <a:off x="1416881" y="1188349"/>
            <a:ext cx="3450789" cy="251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总结AI在前端开发中的作用 </a:t>
            </a:r>
            <a:endParaRPr lang="en-US" sz="1178" dirty="0"/>
          </a:p>
        </p:txBody>
      </p:sp>
      <p:sp>
        <p:nvSpPr>
          <p:cNvPr id="10" name="Text 3"/>
          <p:cNvSpPr/>
          <p:nvPr/>
        </p:nvSpPr>
        <p:spPr>
          <a:xfrm>
            <a:off x="1416881" y="1439734"/>
            <a:ext cx="3450789" cy="6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AI工具，我主要使用ChatGPT，大大提升了开发效率。通过自动生成代码、快速调试和提供性能优化建议，AI减轻了很多繁琐的重复性工作，让我能集中精力在更具挑战性的任务上。 </a:t>
            </a:r>
            <a:endParaRPr lang="en-US" sz="997" dirty="0"/>
          </a:p>
        </p:txBody>
      </p:sp>
      <p:sp>
        <p:nvSpPr>
          <p:cNvPr id="11" name="Text 4"/>
          <p:cNvSpPr/>
          <p:nvPr/>
        </p:nvSpPr>
        <p:spPr>
          <a:xfrm>
            <a:off x="1416881" y="2330995"/>
            <a:ext cx="3450789" cy="251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个人收获与感悟 </a:t>
            </a:r>
            <a:endParaRPr lang="en-US" sz="1178" dirty="0"/>
          </a:p>
        </p:txBody>
      </p:sp>
      <p:sp>
        <p:nvSpPr>
          <p:cNvPr id="12" name="Text 5"/>
          <p:cNvSpPr/>
          <p:nvPr/>
        </p:nvSpPr>
        <p:spPr>
          <a:xfrm>
            <a:off x="1416881" y="2582379"/>
            <a:ext cx="3450789" cy="82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通过实际使用ChatGPT，我在项目中节省了大量时间，尤其是在面对开发瓶颈时，AI能快速给出建议，帮助我解决疑难问题。同时，AI也让我在代码质量和设计上有了新的思考方式，提升了我对前端开发的整体把控能力。 </a:t>
            </a:r>
            <a:endParaRPr lang="en-US" sz="997" dirty="0"/>
          </a:p>
        </p:txBody>
      </p:sp>
      <p:sp>
        <p:nvSpPr>
          <p:cNvPr id="13" name="Text 6"/>
          <p:cNvSpPr/>
          <p:nvPr/>
        </p:nvSpPr>
        <p:spPr>
          <a:xfrm>
            <a:off x="1416881" y="3679317"/>
            <a:ext cx="345078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未来发展展望 </a:t>
            </a:r>
            <a:endParaRPr lang="en-US" sz="1178" dirty="0"/>
          </a:p>
        </p:txBody>
      </p:sp>
      <p:sp>
        <p:nvSpPr>
          <p:cNvPr id="14" name="Text 7"/>
          <p:cNvSpPr/>
          <p:nvPr/>
        </p:nvSpPr>
        <p:spPr>
          <a:xfrm>
            <a:off x="1416881" y="3930698"/>
            <a:ext cx="3450789" cy="61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未来，随着AI技术的发展，预计它能在更复杂的业务逻辑处理和性能优化中提供更深度的帮助。AI将成为开发者的重要助手，不仅仅是提高效率，更会推动开发流程的智能化和自动化。 </a:t>
            </a:r>
            <a:endParaRPr lang="en-US" sz="99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1165" cy="514190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80061" cy="51419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5" y="914119"/>
            <a:ext cx="5003359" cy="1343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31295" y="914119"/>
            <a:ext cx="5003359" cy="54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sz="3600" b="1" spc="-109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感谢您的聆听！</a:t>
            </a:r>
            <a:endParaRPr lang="en-US" sz="3625" dirty="0"/>
          </a:p>
        </p:txBody>
      </p:sp>
      <p:sp>
        <p:nvSpPr>
          <p:cNvPr id="6" name="Text 1"/>
          <p:cNvSpPr/>
          <p:nvPr/>
        </p:nvSpPr>
        <p:spPr>
          <a:xfrm>
            <a:off x="822704" y="1791670"/>
            <a:ext cx="4911949" cy="365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200" b="0" spc="-65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如果有任何问题或想法，欢迎提问或交流</a:t>
            </a:r>
            <a:endParaRPr lang="en-US" sz="2175" dirty="0"/>
          </a:p>
        </p:txBody>
      </p:sp>
      <p:sp>
        <p:nvSpPr>
          <p:cNvPr id="7" name="Text 2"/>
          <p:cNvSpPr/>
          <p:nvPr/>
        </p:nvSpPr>
        <p:spPr>
          <a:xfrm>
            <a:off x="731295" y="4410613"/>
            <a:ext cx="2295646" cy="27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75"/>
              </a:lnSpc>
            </a:pPr>
            <a:r>
              <a:rPr lang="en-US" sz="1500" b="0" spc="-43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陈正端  分享于 2024-12-15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2024-11-21T08:22:41Z</dcterms:created>
  <dcterms:modified xsi:type="dcterms:W3CDTF">2024-11-21T08:22:41Z</dcterms:modified>
</cp:coreProperties>
</file>